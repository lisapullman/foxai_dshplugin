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各位领导，大家好！我是江苏起飞航空的汇报人。今天向各位汇报我们青少年航空国防科技教育项目。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接下来我将从项目背景、项目理念、实施举措、实践成果、社会效益、未来规划六个方面展开汇报。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国防教育是国民教育体系的重要组成部分。党和国家高度重视全民国防教育、中小学科技教育，同时大力推进退役军人就业创业工作。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退役军人政治立场坚定、纪律作风顽强，正是青少年国防教育急需的优质师资。而当前校园航空国防教育形式单一，缺少沉浸式实操体验。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立足政策导向与现实需求，江苏起飞航空确立发展方向：将军旅文化和飞行文化深度融合，深耕青少年航空教育与模拟飞行项目。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面向退役军人开设中国航协模拟飞行教练员专项师资培训，考核通过持证上岗，为优秀退役军人开辟就业创业全新赛道，让老兵脱下军装后，在校园国防教育新岗位上继续发光发热。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我们项目的核心思路可以概括为一句话：老兵当教官，蓝天为课堂，航空为载体，国防育少年。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坚持双文化融合，即军旅文化+飞行文化。第二，坚持双向赋能，一方面退役军人持证上岗实现就业，另一方面青少年接受沉浸式航空国防教育。第三，紧跟政策领航，将航空国防科技教育完整纳入项目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在落地实施层面，我们主要落实四大举措。第一，面向退役军人开展中国航协模拟飞行教练员师资培训，搭建退役军人就业创业平台。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第二，打造"军旅+航空"特色课程体系，分为航空国防理论、模拟飞行实操、军旅素养培育三大板块。昆山市实验小学、星海小学、新城花园小学的雏鹰社团课堂，就是这套课程体系的真实落地。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第三，推进项目进校园，常态化开展多元教学活动。我们已和苏州多所公办小学建立合作，在校内开设起飞雏鹰科技社团，每周开展固定课程。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第四，规范课堂管理，传承优良作风。借鉴部队管理理念，制定学员守则，强化仪式教育，让学员在潜移默化中塑造优良品格。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目前项目已经在苏州多所公办小学落地，包括昆山市实验小学、星海小学等，开设起飞雏鹰科技社团，累计服务数百名中小学生。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学员培养层面，多名学员在全国赛事中斩获荣誉，自律性和专注力显著提升。退役军人就业层面，多名退役军人持证上岗完成转型。校社合作层面，学校高度认可，家长反馈积极。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项目实现双向社会效益。对退役军人，拓宽就业赛道，实现人生二次价值。对青少年，将国防教育从书本延伸至模拟飞行实操课堂，厚植爱国情怀。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对学校与社会，丰富课后服务和国防教育载体，助力全民国防教育走深走实，打造军地融合育人的创新样板。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下一步，江苏起飞航空将持续深耕青少年航空国防教育。持续扩大退役军人教练员培训规模，壮大持证教官队伍，迭代优化课程体系，拓展更多校园合作。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坚持军旅文化与飞行文化深度融合，打造可复制、可推广的军地协同航空国防教育项目，培育更多心怀蓝天、航空报国的新时代青少年。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各位领导，以上就是江苏起飞航空项目的汇报。我们将继续紧跟国家政策，发挥退役军人独特优势，深耕校园航空国防教育。恳请各位领导多多指导！谢谢大家！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1.xml" Type="http://schemas.openxmlformats.org/officeDocument/2006/relationships/notesSlid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635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江苏起飞航空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0480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青少年航空国防科技教育项目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1016016" y="3930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4191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4C8DC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项目汇报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09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247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政策导向与现实需求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016009" y="304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336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项目核心理念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78000" y="374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双文化融合 · 双向赋能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0110" flipH="false" flipV="false">
            <a:off x="1016009" y="431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57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463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项目主要实施举措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501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师资培训 · 课程体系 · 校园落地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209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项目实践成果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0" y="247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学员培养 · 退役军人就业 · 校社合作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0110" flipH="false" flipV="false">
            <a:off x="6604009" y="304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604000" y="330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0" y="336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项目社会效益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66000" y="374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双向价值 · 军地协同育人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0110" flipH="false" flipV="false">
            <a:off x="6604009" y="431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604000" y="457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366000" y="463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366000" y="501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持续深耕 · 可复制可推广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政策导向</a:t>
            </a: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国防教育是国民教育体系的重要组成部分。党和国家高度重视全民国防教育、中小学科技教育，同时大力推进退役军人就业创业工作，出台多项政策，鼓励社会力量参与国防教育进校园。</a:t>
            </a:r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393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41910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退役军人优势</a:t>
            </a: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退役军人经过军营长期淬炼，政治立场坚定、纪律作风顽强、执行力突出，自带家国情怀与责任担当。这些宝贵特质，正是青少年国防教育、品格养成教育所急需的优质师资素养。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159000"/>
            <a:ext cx="4572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现实需求</a:t>
            </a: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当前，不少中小学生怀揣航空梦想，对蓝天、飞行器充满好奇，但校园航空国防教育形式往往比较单一。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传统科普多以理论宣讲为主，缺少沉浸式、可动手的实操体验。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而模拟飞行项目，能够将航空知识、国防理念、实操训练融为一体，趣味性与教育性兼备。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立足政策与需求，确立发展方向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将军旅文化和飞行文化深度融合，深耕青少年航空教育与模拟飞行项目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342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810000"/>
            <a:ext cx="4826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5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面向退役军人</a:t>
            </a: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开设中国航协模拟飞行教练员专项师资培训，考核通过持证上岗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为优秀退役军人开辟就业创业全新赛道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810000"/>
            <a:ext cx="4826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5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面向青少年</a:t>
            </a: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让老兵脱下军装后，在校园国防教育新岗位上继续发光发热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探索军地协同育人的创新模式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项目核心理念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老兵当教官 · 蓝天为课堂 · 航空为载体 · 国防育少年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57290" flipH="false" flipV="false">
            <a:off x="3556053" y="304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-57290" flipH="false" flipV="false">
            <a:off x="5588053" y="304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9" id="9"/>
          <p:cNvCxnSpPr/>
          <p:nvPr/>
        </p:nvCxnSpPr>
        <p:spPr>
          <a:xfrm rot="-57290" flipH="false" flipV="false">
            <a:off x="7620053" y="304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429000"/>
            <a:ext cx="304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双文化融合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军旅文化 + 飞行文化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将军人作风、军营礼仪、航空职业素养融入课程，不只教操控摇杆，更重在锤炼意志品质，厚植责任意识。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429000"/>
            <a:ext cx="304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双向赋能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退役军人 + 青少年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面向退役军人开展标准化师资培训，考取中国航协教练员证书，持证上岗；面向青少年开展沉浸式航空国防教育，植入航空报国种子。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3429000"/>
            <a:ext cx="304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政策领航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融入国家教育体系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深度配合学校落实"双减"、体教融合、中小学国防教育要求，以校内社团、科普讲座、开班仪式、赛事集训等多种形式落地校园。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实施举措：师资培训与课程体系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举措一：退役军人师资培训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优先选拔作风优良、热爱航空事业的退役军人，系统开展航空理论、模拟飞行教学方法、中小学生课堂授课、青少年心理引导等全套培训。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参训人员通过考核后取得中国航协模拟飞行教练员证书，持证上岗，担任校园航空教官。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退役军人把部队养成的严谨作风带入课堂，在教学中分享军营故事、普及国防知识，为青少年树立鲜活榜样。</a:t>
            </a:r>
          </a:p>
        </p:txBody>
      </p:sp>
      <p:cxnSp>
        <p:nvCxnSpPr>
          <p:cNvPr name="Connector 8" id="8"/>
          <p:cNvCxnSpPr/>
          <p:nvPr/>
        </p:nvCxnSpPr>
        <p:spPr>
          <a:xfrm rot="5388910" flipH="false" flipV="false">
            <a:off x="4127500" y="4121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477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举措二："军旅+航空"课程体系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667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理论板块：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航空发展史、冯如等航空先驱事迹、空军发展历程、国防常识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3556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实操板块：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模拟飞行训练、飞行操控、航图识读、气象知识，锻炼专注力与应变能力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45720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素养板块：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开班仪式、学员宣誓、授肩章仪式、老带新互助机制，培养纪律意识、团队精神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实施举措：校园落地与规范管理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举措三：项目进校园，常态化教学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4826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已和苏州多所公办小学建立合作，在校内开设起飞雏鹰科技社团，每周开展固定课程。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入校举办航空国防科普专题讲座；组织学员参加全国青少年模拟飞行竞赛。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课堂推行老带新模式，高年级学员帮扶低年级学员，搭建学员骨干梯队。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教学全程由退役军人教官带队，让国防教育融入日常课堂，而非一次性短期活动。</a:t>
            </a:r>
          </a:p>
        </p:txBody>
      </p:sp>
      <p:cxnSp>
        <p:nvCxnSpPr>
          <p:cNvPr name="Connector 8" id="8"/>
          <p:cNvCxnSpPr/>
          <p:nvPr/>
        </p:nvCxnSpPr>
        <p:spPr>
          <a:xfrm rot="5388910" flipH="false" flipV="false">
            <a:off x="4127500" y="4121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477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举措四：规范课堂管理，传承作风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730500"/>
            <a:ext cx="4826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借鉴部队管理理念，制定学员守则，强化仪式教育。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开班宣誓、评优表彰、授肩章等仪式，不断增强学员使命感。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模拟飞行训练中，要求学员严谨细致，树立如同真实飞行员一般的责任意识。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在保护孩子探索兴趣的同时，潜移默化塑造优良品格。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项目实践成果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已在苏州多所公办小学落地（昆山市实验小学、星海小学等），开设起飞雏鹰科技社团，累计服务数百名中小学生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学员培养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02000"/>
            <a:ext cx="304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多名学员参与中国航协主办的全国青少年模拟飞行赛事，斩获多项荣誉。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学员不仅掌握扎实航空知识，自律性、专注力、团队协作能力显著提升。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涌现郁承玥等品学兼优的学员榜样，很多孩子确立航空报国理想。</a:t>
            </a:r>
          </a:p>
        </p:txBody>
      </p:sp>
      <p:cxnSp>
        <p:nvCxnSpPr>
          <p:cNvPr name="Connector 9" id="9"/>
          <p:cNvCxnSpPr/>
          <p:nvPr/>
        </p:nvCxnSpPr>
        <p:spPr>
          <a:xfrm rot="5386777" flipH="false" flipV="false">
            <a:off x="2794000" y="4438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4826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退役军人就业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3302000"/>
            <a:ext cx="304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多名退役军人通过航协教练员培训，顺利持证上岗。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加入起飞航空教官团队，完成从军人到航空科普教官的转型，获得稳定就业。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部队优良作风带进校园课堂，得到合作学校、广大家长一致认可。</a:t>
            </a:r>
          </a:p>
        </p:txBody>
      </p:sp>
      <p:cxnSp>
        <p:nvCxnSpPr>
          <p:cNvPr name="Connector 12" id="12"/>
          <p:cNvCxnSpPr/>
          <p:nvPr/>
        </p:nvCxnSpPr>
        <p:spPr>
          <a:xfrm rot="5386777" flipH="false" flipV="false">
            <a:off x="6604000" y="4438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636000" y="279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校社合作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36000" y="3302000"/>
            <a:ext cx="2540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课程丰富学校课后服务、科技社团内容。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充实校园国防教育载体，落实体教融合要求。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打造校社协同、军地共育的特色案例，家长反馈孩子在课程中学会坚持、增强自信。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项目社会效益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双向社会效益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5334026" y="2914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对退役军人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37000"/>
            <a:ext cx="304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拓宽就业赛道，让退役军人忠诚可靠、作风过硬的特质充分发挥。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实现人生二次价值，落实国家支持退役军人就业创业的政策要求。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对青少年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937000"/>
            <a:ext cx="304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将国防教育从书本延伸至模拟飞行实操课堂。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厚植爱国情怀，树立航空报国理想，锻炼专注力、动手能力与抗压能力，助力青少年全面成长。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对学校与社会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3937000"/>
            <a:ext cx="304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丰富中小学课后延时服务、科技教育、国防教育载体。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助力全民国防教育走深走实，打造军地融合育人的创新样板。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A66B"/>
                </a:solidFill>
                <a:latin typeface="Noto Sans SC"/>
                <a:ea typeface="Noto Sans SC"/>
                <a:cs typeface="Noto Sans SC"/>
                <a:sym typeface="Noto Sans SC"/>
              </a:rPr>
              <a:t>PART 06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016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持续深耕青少年航空国防教育，打造可复制、可推广的军地协同项目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342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810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壮大队伍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持续扩大退役军人教练员培训规模，壮大持证教官队伍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3810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优化课程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迭代优化课程体系，拓展更多校园合作，持续开展航空科普、社团教学、模拟飞行赛事活动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38100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0D1B2A"/>
                </a:solidFill>
                <a:latin typeface="Noto Sans SC"/>
                <a:ea typeface="Noto Sans SC"/>
                <a:cs typeface="Noto Sans SC"/>
                <a:sym typeface="Noto Sans SC"/>
              </a:rPr>
              <a:t>培育人才</a:t>
            </a: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2B3643"/>
                </a:solidFill>
                <a:latin typeface="Noto Sans SC"/>
                <a:ea typeface="Noto Sans SC"/>
                <a:cs typeface="Noto Sans SC"/>
                <a:sym typeface="Noto Sans SC"/>
              </a:rPr>
              <a:t>坚持军旅文化与飞行文化深度融合，培育更多心怀蓝天、航空报国的新时代青少年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21485" flipH="false" flipV="false">
            <a:off x="5080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4C8DC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恳请各位领导多多指导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69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A0B4"/>
                </a:solidFill>
                <a:latin typeface="Noto Sans SC"/>
                <a:ea typeface="Noto Sans SC"/>
                <a:cs typeface="Noto Sans SC"/>
                <a:sym typeface="Noto Sans SC"/>
              </a:rPr>
              <a:t>江苏起飞航空 · 青少年航空国防科技教育项目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{"Label":"1","ContentProducer":"001191110102MACQD9K64010000","ProduceID":"7690483331804630295","ReservedCode1":"","ContentPropagator":"","PropagateID":"","ReservedCode2":""}</vt:lpwstr>
  </property>
</Properties>
</file>